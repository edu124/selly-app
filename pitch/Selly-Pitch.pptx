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308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Selly turns a WhatsApp number into a working shop. We start with cloud kitchens because their pain is sharpest, but the idea is bigger: any household with a skill should be able to sell without building anything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commission is the headline, but the deeper problem is ownership. A kitchen on an aggregator is renting demand it can never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customer side is a WhatsApp thread. The kitchen side is an app showing live orders, a batch view of what to cook, and one tap to move an order forward — which messages the customer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Someone who cooks, sews or teaches at home has everything except a way to take orders. The same product serves all of them with different words on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 these honestly: the suggestions and the referrals are worth more to us right now than the cheque.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a live walkthrough on their own phone — the demo works end to end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40080"/>
            <a:ext cx="4572000" cy="795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kern="0" spc="-1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selly</a:t>
            </a:r>
            <a:r>
              <a:rPr lang="en-US" sz="4000" b="1" kern="0" spc="-1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77240" y="187452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Helping every household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its own business.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36118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WhatsApp chat.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43434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to build. No website to pay for. No commission to anyone in the middle.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5806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36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kitchens first.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686800" y="2057400"/>
            <a:ext cx="2743200" cy="621792"/>
          </a:xfrm>
          <a:prstGeom prst="roundRect">
            <a:avLst>
              <a:gd name="adj" fmla="val 20588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51392" y="2057400"/>
            <a:ext cx="2414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good near me?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098280" y="2834640"/>
            <a:ext cx="2331720" cy="621792"/>
          </a:xfrm>
          <a:prstGeom prst="roundRect">
            <a:avLst>
              <a:gd name="adj" fmla="val 20588"/>
            </a:avLst>
          </a:prstGeom>
          <a:solidFill>
            <a:srgbClr val="25D366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62872" y="2834640"/>
            <a:ext cx="2002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05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Ghar Ka Khana · 4.6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0" y="3611880"/>
            <a:ext cx="2743200" cy="822960"/>
          </a:xfrm>
          <a:prstGeom prst="roundRect">
            <a:avLst>
              <a:gd name="adj" fmla="val 15556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51392" y="3611880"/>
            <a:ext cx="2414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confirmed.</a:t>
            </a:r>
            <a:endParaRPr lang="en-US" sz="12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Cooking now.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 kitchen does not own its customers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85800" y="21031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713232" y="34747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 order can disappear before it reaches the kitchen — commission, payment fees and forced discounts together.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257800" y="1691640"/>
            <a:ext cx="6217920" cy="1280160"/>
          </a:xfrm>
          <a:prstGeom prst="roundRect">
            <a:avLst>
              <a:gd name="adj" fmla="val 10000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32120" y="18562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own the customer, not you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532120" y="2240280"/>
            <a:ext cx="5669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never see the name or the number. No repeat order, and no way to bring anyone back.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257800" y="3172968"/>
            <a:ext cx="6217920" cy="1280160"/>
          </a:xfrm>
          <a:prstGeom prst="roundRect">
            <a:avLst>
              <a:gd name="adj" fmla="val 10000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32120" y="333756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arrive from everywhere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532120" y="3721608"/>
            <a:ext cx="5669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Instagram, phone calls, a notebook by the stove. Nothing adds up at closing time.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257800" y="4654296"/>
            <a:ext cx="6217920" cy="1280160"/>
          </a:xfrm>
          <a:prstGeom prst="roundRect">
            <a:avLst>
              <a:gd name="adj" fmla="val 10000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481888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 costs more than it returns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32120" y="5202936"/>
            <a:ext cx="5669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one, and paying someone to keep it alive, costs more than a small kitchen clears in a month.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shop fits in one chat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457200" y="1691640"/>
            <a:ext cx="2633472" cy="2788920"/>
          </a:xfrm>
          <a:prstGeom prst="roundRect">
            <a:avLst>
              <a:gd name="adj" fmla="val 4861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" y="1938528"/>
            <a:ext cx="420624" cy="42062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message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13232" y="2926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number. No app to install, nothing to sign up for.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9272" y="1691640"/>
            <a:ext cx="2633472" cy="2788920"/>
          </a:xfrm>
          <a:prstGeom prst="roundRect">
            <a:avLst>
              <a:gd name="adj" fmla="val 4861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75304" y="1938528"/>
            <a:ext cx="420624" cy="42062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5304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75304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get a real answer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75304" y="2926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Kitchens near them, ranked by what they are actually good at — dish by dish.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81344" y="1691640"/>
            <a:ext cx="2633472" cy="2788920"/>
          </a:xfrm>
          <a:prstGeom prst="roundRect">
            <a:avLst>
              <a:gd name="adj" fmla="val 4861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1938528"/>
            <a:ext cx="420624" cy="42062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37376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order in the chat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37376" y="2926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Menu, cart, address and payment, all inside WhatsApp.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43416" y="1691640"/>
            <a:ext cx="2633472" cy="2788920"/>
          </a:xfrm>
          <a:prstGeom prst="roundRect">
            <a:avLst>
              <a:gd name="adj" fmla="val 4861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99448" y="1938528"/>
            <a:ext cx="420624" cy="42062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9944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99448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cook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99448" y="2926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on your kitchen screen. Every update goes back to them on its own.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892040"/>
            <a:ext cx="11247120" cy="960120"/>
          </a:xfrm>
          <a:prstGeom prst="roundRect">
            <a:avLst>
              <a:gd name="adj" fmla="val 13333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8920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 keeps 100% of the order.</a:t>
            </a:r>
            <a:r>
              <a:rPr lang="en-US" sz="14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 flat monthly fee — never a cut of what they sell.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household with a skill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85800" y="141732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 is only the first one. The engine underneath does not care what is being sold.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2148840"/>
            <a:ext cx="2057400" cy="1965960"/>
          </a:xfrm>
          <a:prstGeom prst="roundRect">
            <a:avLst>
              <a:gd name="adj" fmla="val 6512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377440"/>
            <a:ext cx="256032" cy="256032"/>
          </a:xfrm>
          <a:prstGeom prst="ellipse">
            <a:avLst/>
          </a:prstGeom>
          <a:solidFill>
            <a:srgbClr val="9D87FF"/>
          </a:solidFill>
          <a:ln w="12700">
            <a:solidFill>
              <a:srgbClr val="0A0A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43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Tiffin services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2918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subscribers, paused and resumed in chat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43200" y="2148840"/>
            <a:ext cx="2057400" cy="1965960"/>
          </a:xfrm>
          <a:prstGeom prst="roundRect">
            <a:avLst>
              <a:gd name="adj" fmla="val 6512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71800" y="2377440"/>
            <a:ext cx="256032" cy="256032"/>
          </a:xfrm>
          <a:prstGeom prst="ellipse">
            <a:avLst/>
          </a:prstGeom>
          <a:solidFill>
            <a:srgbClr val="25D366"/>
          </a:solidFill>
          <a:ln w="12700">
            <a:solidFill>
              <a:srgbClr val="0A0A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2743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971800" y="32918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Measurements, fittings and pickup dates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0" y="2148840"/>
            <a:ext cx="2057400" cy="1965960"/>
          </a:xfrm>
          <a:prstGeom prst="roundRect">
            <a:avLst>
              <a:gd name="adj" fmla="val 6512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57800" y="2377440"/>
            <a:ext cx="256032" cy="256032"/>
          </a:xfrm>
          <a:prstGeom prst="ellipse">
            <a:avLst/>
          </a:prstGeom>
          <a:solidFill>
            <a:srgbClr val="9D87FF"/>
          </a:solidFill>
          <a:ln w="12700">
            <a:solidFill>
              <a:srgbClr val="0A0A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57800" y="2743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bakers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257800" y="32918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cakes, exact message, delivery slot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0" y="2148840"/>
            <a:ext cx="2057400" cy="1965960"/>
          </a:xfrm>
          <a:prstGeom prst="roundRect">
            <a:avLst>
              <a:gd name="adj" fmla="val 6512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43800" y="2377440"/>
            <a:ext cx="256032" cy="256032"/>
          </a:xfrm>
          <a:prstGeom prst="ellipse">
            <a:avLst/>
          </a:prstGeom>
          <a:solidFill>
            <a:srgbClr val="25D366"/>
          </a:solidFill>
          <a:ln w="12700">
            <a:solidFill>
              <a:srgbClr val="0A0A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43800" y="2743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 at home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543800" y="32918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and reminders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601200" y="2148840"/>
            <a:ext cx="2057400" cy="1965960"/>
          </a:xfrm>
          <a:prstGeom prst="roundRect">
            <a:avLst>
              <a:gd name="adj" fmla="val 6512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29800" y="2377440"/>
            <a:ext cx="256032" cy="256032"/>
          </a:xfrm>
          <a:prstGeom prst="ellipse">
            <a:avLst/>
          </a:prstGeom>
          <a:solidFill>
            <a:srgbClr val="9D87FF"/>
          </a:solidFill>
          <a:ln w="12700">
            <a:solidFill>
              <a:srgbClr val="0A0A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29800" y="2743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829800" y="32918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Batches, fees and schedules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17720"/>
            <a:ext cx="11247120" cy="1234440"/>
          </a:xfrm>
          <a:prstGeom prst="roundRect">
            <a:avLst>
              <a:gd name="adj" fmla="val 10370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61772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homes already have the skill and the phone. What they are missing is the shop.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would like from you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685800" y="1828800"/>
            <a:ext cx="5120640" cy="1874520"/>
          </a:xfrm>
          <a:prstGeom prst="roundRect">
            <a:avLst>
              <a:gd name="adj" fmla="val 6829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148840"/>
            <a:ext cx="420624" cy="42062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45920" y="213055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what is missing, and what would not survive contact with a real kitchen.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1828800"/>
            <a:ext cx="5120640" cy="1874520"/>
          </a:xfrm>
          <a:prstGeom prst="roundRect">
            <a:avLst>
              <a:gd name="adj" fmla="val 6829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75120" y="2148840"/>
            <a:ext cx="420624" cy="42062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0" y="213055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proceed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should we start — one city, one category, or one chain of kitchens?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3931920"/>
            <a:ext cx="5120640" cy="1874520"/>
          </a:xfrm>
          <a:prstGeom prst="roundRect">
            <a:avLst>
              <a:gd name="adj" fmla="val 6829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4251960"/>
            <a:ext cx="420624" cy="42062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251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45920" y="42336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05840" y="48006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introduction to a kitchen owner is worth more to us than a hundred cold calls.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55080" y="3931920"/>
            <a:ext cx="5120640" cy="1874520"/>
          </a:xfrm>
          <a:prstGeom prst="roundRect">
            <a:avLst>
              <a:gd name="adj" fmla="val 6829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0" y="4251960"/>
            <a:ext cx="420624" cy="42062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4251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0" y="42336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675120" y="48006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this from a working product to a city full of kitchens running on it.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1" grpId="0" animBg="1"/>
      <p:bldP spid="12" grpId="0" animBg="1"/>
      <p:bldP spid="15" grpId="0" animBg="1"/>
      <p:bldP spid="16" grpId="0" animBg="1"/>
      <p:bldP spid="17" grpId="0" animBg="1"/>
      <p:bldP spid="21" grpId="0" animBg="1"/>
      <p:bldP spid="2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103120"/>
            <a:ext cx="4572000" cy="1311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kern="0" spc="-1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selly</a:t>
            </a:r>
            <a:r>
              <a:rPr lang="en-US" sz="6600" b="1" kern="0" spc="-1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822960" y="34747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would rather hear what is wrong with this than be told it is good.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hello@selly.in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778240" y="2377440"/>
            <a:ext cx="2651760" cy="594360"/>
          </a:xfrm>
          <a:prstGeom prst="roundRect">
            <a:avLst>
              <a:gd name="adj" fmla="val 21538"/>
            </a:avLst>
          </a:prstGeom>
          <a:solidFill>
            <a:srgbClr val="171723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42832" y="237744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try it?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0" y="3127248"/>
            <a:ext cx="2286000" cy="594360"/>
          </a:xfrm>
          <a:prstGeom prst="roundRect">
            <a:avLst>
              <a:gd name="adj" fmla="val 21538"/>
            </a:avLst>
          </a:prstGeom>
          <a:solidFill>
            <a:srgbClr val="25D366"/>
          </a:solidFill>
          <a:ln w="12700">
            <a:solidFill>
              <a:srgbClr val="2A2A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08592" y="3127248"/>
            <a:ext cx="1956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Yes. Today.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660</Words>
  <Application>Microsoft Office PowerPoint</Application>
  <PresentationFormat>Widescreen</PresentationFormat>
  <Paragraphs>77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Selly — pitch</dc:title>
  <dc:subject>PptxGenJS Presentation</dc:subject>
  <dc:creator>Selly</dc:creator>
  <cp:lastModifiedBy>Sakshi Shahani</cp:lastModifiedBy>
  <cp:revision>2</cp:revision>
  <dcterms:created xsi:type="dcterms:W3CDTF">2026-08-18T03:13:17Z</dcterms:created>
  <dcterms:modified xsi:type="dcterms:W3CDTF">2026-08-18T03:26:49Z</dcterms:modified>
</cp:coreProperties>
</file>